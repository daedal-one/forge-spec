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712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1657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77440"/>
            <a:ext cx="32004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omfortaa" pitchFamily="2" charset="0"/>
                <a:ea typeface="Georgia" pitchFamily="34" charset="-122"/>
                <a:cs typeface="Georgia" pitchFamily="34" charset="-120"/>
              </a:rPr>
              <a:t>Specs as Code</a:t>
            </a:r>
            <a:endParaRPr lang="en-US" sz="5600" dirty="0">
              <a:latin typeface="Comfortaa Medium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3749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specification format for humans and coding agents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  ·  v0.1 draft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omfortaa" pitchFamily="2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000" dirty="0">
              <a:latin typeface="Comfortaa Medium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failure modes when specs and agents meet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4206240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3152" cy="42062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omfortaa" pitchFamily="2" charset="0"/>
                <a:ea typeface="Georgia" pitchFamily="34" charset="-122"/>
                <a:cs typeface="Georgia" pitchFamily="34" charset="-120"/>
              </a:rPr>
              <a:t>Plain Markdown</a:t>
            </a:r>
            <a:endParaRPr lang="en-US" sz="1800" dirty="0">
              <a:latin typeface="Comfortaa Medium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Readable, but unstructured.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stable IDs — refs break on rename.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schema — frontmatter drifts across files.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type system — requirement vs. note vs. ADR is convention.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graph — “which commits touch this?” is unanswerable.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input is either the whole repo or hand-curated snippets.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5486400" cy="4206240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73152" cy="42062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0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omfortaa" pitchFamily="2" charset="0"/>
                <a:ea typeface="Georgia" pitchFamily="34" charset="-122"/>
                <a:cs typeface="Georgia" pitchFamily="34" charset="-120"/>
              </a:rPr>
              <a:t>Pure structured (DOORS / ReqIF / YAML-only)</a:t>
            </a:r>
            <a:endParaRPr lang="en-US" sz="1800" dirty="0">
              <a:latin typeface="Comfortaa Medium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83680" y="237744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Precise, but illegible.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Hostile to git diffs and review.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Painful to author by hand; needs a GUI.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 you into a vendor or a heavyweight stack.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cost: nobody reads it for fun.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input still needs flattening.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keep Markdown ergonomics, add the structure that pays for itself.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Format · v0.1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omfortaa" pitchFamily="2" charset="0"/>
                <a:ea typeface="Georgia" pitchFamily="34" charset="-122"/>
                <a:cs typeface="Georgia" pitchFamily="34" charset="-120"/>
              </a:rPr>
              <a:t>What we want from the format</a:t>
            </a:r>
            <a:endParaRPr lang="en-US" sz="3000" dirty="0">
              <a:latin typeface="Comfortaa Medium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properties, all required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5448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omfortaa" pitchFamily="2" charset="0"/>
                <a:ea typeface="Georgia" pitchFamily="34" charset="-122"/>
                <a:cs typeface="Georgia" pitchFamily="34" charset="-120"/>
              </a:rPr>
              <a:t>Precise</a:t>
            </a:r>
            <a:endParaRPr lang="en-US" sz="1800" dirty="0">
              <a:latin typeface="Comfortaa Medium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554480" y="1965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Schema-validated; agents can rely on shape, not vibes.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5448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omfortaa" pitchFamily="2" charset="0"/>
                <a:ea typeface="Georgia" pitchFamily="34" charset="-122"/>
                <a:cs typeface="Georgia" pitchFamily="34" charset="-120"/>
              </a:rPr>
              <a:t>Readable</a:t>
            </a:r>
            <a:endParaRPr lang="en-US" sz="1800" dirty="0">
              <a:latin typeface="Comfortaa Medium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554480" y="2834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form is Markdown. Reviewable in a PR like any other text.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5448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omfortaa" pitchFamily="2" charset="0"/>
                <a:ea typeface="Georgia" pitchFamily="34" charset="-122"/>
                <a:cs typeface="Georgia" pitchFamily="34" charset="-120"/>
              </a:rPr>
              <a:t>Linked</a:t>
            </a:r>
            <a:endParaRPr lang="en-US" sz="1800" dirty="0">
              <a:latin typeface="Comfortaa Medium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554480" y="3703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Cross-references between specs and to source code, validated.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54480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omfortaa" pitchFamily="2" charset="0"/>
                <a:ea typeface="Georgia" pitchFamily="34" charset="-122"/>
                <a:cs typeface="Georgia" pitchFamily="34" charset="-120"/>
              </a:rPr>
              <a:t>Versionable</a:t>
            </a:r>
            <a:endParaRPr lang="en-US" sz="1800" dirty="0">
              <a:latin typeface="Comfortaa Medium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554480" y="4572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Git-native. Specs and commits cite each other, both directions.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2120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5212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554480" y="5212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omfortaa" pitchFamily="2" charset="0"/>
                <a:ea typeface="Georgia" pitchFamily="34" charset="-122"/>
                <a:cs typeface="Georgia" pitchFamily="34" charset="-120"/>
              </a:rPr>
              <a:t>Translatable</a:t>
            </a:r>
            <a:endParaRPr lang="en-US" sz="1800" dirty="0">
              <a:latin typeface="Comfortaa Medium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554480" y="5440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source, two render targets: human Markdown and agent envelope.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Format · v0.1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omfortaa" pitchFamily="2" charset="0"/>
                <a:ea typeface="Georgia" pitchFamily="34" charset="-122"/>
                <a:cs typeface="Georgia" pitchFamily="34" charset="-120"/>
              </a:rPr>
              <a:t>Anatomy of a spec file</a:t>
            </a:r>
            <a:endParaRPr lang="en-US" sz="3000" dirty="0">
              <a:latin typeface="Comfortaa Medium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with frontmatter and typed blocks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949440" cy="45720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6492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REQ:auth/session-expiry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requirement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accepted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level: MUST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summary: Sessions expire after bounded intervals.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refines: [REQ:auth/session-management#c-lifetime]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owners: [carlo]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Session expiry policy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 [storage decision](spec:ADR:auth/0004-session-storage).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:::{requirement id="timeout" level="MUST"}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session token MUST be invalidated when: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wall-clock age ≥ 30 days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idle interval ≥ 14 days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credentials have rotated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0" y="1828800"/>
            <a:ext cx="54864" cy="9601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936992" y="1828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omfortaa" pitchFamily="2" charset="0"/>
                <a:ea typeface="Georgia" pitchFamily="34" charset="-122"/>
                <a:cs typeface="Georgia" pitchFamily="34" charset="-120"/>
              </a:rPr>
              <a:t>Frontmatter</a:t>
            </a:r>
            <a:endParaRPr lang="en-US" sz="1400" dirty="0">
              <a:latin typeface="Comfortaa Medium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6992" y="21488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Schema-validated. ID is the stable identity for cross-refs.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0" y="3108960"/>
            <a:ext cx="54864" cy="9601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936992" y="3108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omfortaa" pitchFamily="2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1400" dirty="0">
              <a:latin typeface="Comfortaa Medium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36992" y="34290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spec: URL scheme. Survives any Markdown renderer.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0" y="4389120"/>
            <a:ext cx="54864" cy="9601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36992" y="4389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omfortaa" pitchFamily="2" charset="0"/>
                <a:ea typeface="Georgia" pitchFamily="34" charset="-122"/>
                <a:cs typeface="Georgia" pitchFamily="34" charset="-120"/>
              </a:rPr>
              <a:t>Typed blocks</a:t>
            </a:r>
            <a:endParaRPr lang="en-US" sz="1400" dirty="0">
              <a:latin typeface="Comfortaa Medium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36992" y="47091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MyST-style fenced div. Semantic unit, not just formatting.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0" y="5669280"/>
            <a:ext cx="54864" cy="9601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936992" y="5669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omfortaa" pitchFamily="2" charset="0"/>
                <a:ea typeface="Georgia" pitchFamily="34" charset="-122"/>
                <a:cs typeface="Georgia" pitchFamily="34" charset="-120"/>
              </a:rPr>
              <a:t>Clauses</a:t>
            </a:r>
            <a:endParaRPr lang="en-US" sz="1400" dirty="0">
              <a:latin typeface="Comfortaa Medium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936992" y="59893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items inside a typed block become anchorable sub-properties.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Format · v0.1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omfortaa" pitchFamily="2" charset="0"/>
                <a:ea typeface="Georgia" pitchFamily="34" charset="-122"/>
                <a:cs typeface="Georgia" pitchFamily="34" charset="-120"/>
              </a:rPr>
              <a:t>Hierarchy: clause-level refinement</a:t>
            </a:r>
            <a:endParaRPr lang="en-US" sz="3000" dirty="0">
              <a:latin typeface="Comfortaa Medium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you can actually check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206240" y="1645920"/>
            <a:ext cx="3749040" cy="1554480"/>
          </a:xfrm>
          <a:prstGeom prst="rect">
            <a:avLst/>
          </a:prstGeom>
          <a:solidFill>
            <a:srgbClr val="F4F4F4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389120" y="1783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REQ:auth/session-management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89120" y="21488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#c-lifetime  bounded lifetime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#c-idle      idle expiration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#c-rotation  rotate on cred change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4206240"/>
            <a:ext cx="2926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4206240"/>
            <a:ext cx="54864" cy="13716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4343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REQ:auth/session-expiry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709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1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#c-lifetime, #c-idle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50749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MUST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4206240"/>
            <a:ext cx="2926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17720" y="4206240"/>
            <a:ext cx="54864" cy="13716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00600" y="4343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REQ:auth/credential-rotation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4709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1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#c-rotation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50749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MUST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595360" y="4206240"/>
            <a:ext cx="2926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595360" y="4206240"/>
            <a:ext cx="54864" cy="1371600"/>
          </a:xfrm>
          <a:prstGeom prst="rect">
            <a:avLst/>
          </a:prstGeom>
          <a:solidFill>
            <a:srgbClr val="6B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778240" y="4343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REQ:auth/idle-warning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778240" y="4709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1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#c-idle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778240" y="50749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SHOULD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80760" y="3200400"/>
            <a:ext cx="0" cy="100584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080760" y="3200400"/>
            <a:ext cx="0" cy="100584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80760" y="3200400"/>
            <a:ext cx="3977640" cy="100584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check: every parent clause has ≥ 1 refining child. Level-monotonicity: a MUST clause cannot be refined only by SHOULD/MAY.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Format · v0.1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28" name="Shape 21">
            <a:extLst>
              <a:ext uri="{FF2B5EF4-FFF2-40B4-BE49-F238E27FC236}">
                <a16:creationId xmlns:a16="http://schemas.microsoft.com/office/drawing/2014/main" id="{653F2B55-974D-417C-359C-911F7F159B60}"/>
              </a:ext>
            </a:extLst>
          </p:cNvPr>
          <p:cNvSpPr/>
          <p:nvPr/>
        </p:nvSpPr>
        <p:spPr>
          <a:xfrm flipH="1">
            <a:off x="2103118" y="3200400"/>
            <a:ext cx="3977615" cy="100584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omfortaa" pitchFamily="2" charset="0"/>
                <a:ea typeface="Georgia" pitchFamily="34" charset="-122"/>
                <a:cs typeface="Georgia" pitchFamily="34" charset="-120"/>
              </a:rPr>
              <a:t>Cross-references, validated</a:t>
            </a:r>
            <a:endParaRPr lang="en-US" sz="3000" dirty="0">
              <a:latin typeface="Comfortaa Medium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Plain-Markdown links with a custom URL scheme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7373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[the session policy](spec:REQ:auth/session-expiry)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[clause: lifetime cap](spec:REQ:auth/session-management#c-lifetime)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[idempotency key](spec:GLO:terms/idempotency-key)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[session.ts:42-78](spec:src:packages/auth/session.ts:42-78)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3611880" cy="2194560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361188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38862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omfortaa" pitchFamily="2" charset="0"/>
                <a:ea typeface="Georgia" pitchFamily="34" charset="-122"/>
                <a:cs typeface="Georgia" pitchFamily="34" charset="-120"/>
              </a:rPr>
              <a:t>Stable IDs</a:t>
            </a:r>
            <a:endParaRPr lang="en-US" sz="1700" dirty="0">
              <a:latin typeface="Comfortaa Medium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438912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Renames go through _redirects.toml. Refs never break silently.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3657600"/>
            <a:ext cx="3611880" cy="2194560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43400" y="3657600"/>
            <a:ext cx="361188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0" y="38862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omfortaa" pitchFamily="2" charset="0"/>
                <a:ea typeface="Georgia" pitchFamily="34" charset="-122"/>
                <a:cs typeface="Georgia" pitchFamily="34" charset="-120"/>
              </a:rPr>
              <a:t>Typed targets</a:t>
            </a:r>
            <a:endParaRPr lang="en-US" sz="1700" dirty="0">
              <a:latin typeface="Comfortaa Medium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0" y="438912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spec:, GLO:, ADR:, src:. The linter knows which kind of thing each link points at.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3657600"/>
            <a:ext cx="3611880" cy="2194560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138160" y="3657600"/>
            <a:ext cx="3611880" cy="731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66760" y="38862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omfortaa" pitchFamily="2" charset="0"/>
                <a:ea typeface="Georgia" pitchFamily="34" charset="-122"/>
                <a:cs typeface="Georgia" pitchFamily="34" charset="-120"/>
              </a:rPr>
              <a:t>Linted on commit</a:t>
            </a:r>
            <a:endParaRPr lang="en-US" sz="1700" dirty="0">
              <a:latin typeface="Comfortaa Medium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366760" y="438912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Pre-commit runs `spec lint`. Dangling, deprecated, or cyclic refs fail the commit.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Format · v0.1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omfortaa" pitchFamily="2" charset="0"/>
                <a:ea typeface="Georgia" pitchFamily="34" charset="-122"/>
                <a:cs typeface="Georgia" pitchFamily="34" charset="-120"/>
              </a:rPr>
              <a:t>Git integration: bidirectional</a:t>
            </a:r>
            <a:endParaRPr lang="en-US" sz="3000" dirty="0">
              <a:latin typeface="Comfortaa Medium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cite specs, specs index commits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577840" cy="42976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message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 session lifetime cap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session age at 30d wall-clock; tests in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auth/session.test.ts.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Spec-Ref: REQ:auth/session-management#c-lifetime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(implements)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Spec-Ref: INV:auth/no-stale-tokens (touches)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55080" y="1691640"/>
            <a:ext cx="5257800" cy="4297680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0" y="18288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.specs/_history/REQ_auth_session-management.json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2194560"/>
            <a:ext cx="4800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"REQ:auth/session-management",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"events": [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{"sha": "7c3a9f1", "kind": "refines",   ...},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{"sha": "a1d2e3b", "kind": "implements",...},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{"sha": "f0e9c8d", "kind": "tests",     ...}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Trailers parsed by `git interpret-trailers`. History regenerated by pre-commit hook and committed.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Format · v0.1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omfortaa" pitchFamily="2" charset="0"/>
                <a:ea typeface="Georgia" pitchFamily="34" charset="-122"/>
                <a:cs typeface="Georgia" pitchFamily="34" charset="-120"/>
              </a:rPr>
              <a:t>Transmutation: one source, two targets</a:t>
            </a:r>
            <a:endParaRPr lang="en-US" sz="3000" dirty="0">
              <a:latin typeface="Comfortaa Medium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preprocessing — no LLM in the render loop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937760" y="1828800"/>
            <a:ext cx="2286000" cy="914400"/>
          </a:xfrm>
          <a:prstGeom prst="rect">
            <a:avLst/>
          </a:prstGeom>
          <a:solidFill>
            <a:srgbClr val="F4F4F4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93776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.spec.md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93776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source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411480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4251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--target=human  (default)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Markdown.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 resolved to relative links.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 terms hyperlinked on first use.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onward via Pandoc / Typst.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06640" y="411480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35240" y="4251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--target=agent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35240" y="46634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envelope (XML-ish tags).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Ancestors inlined, descendants summarized.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references inlined at pinned SHA.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Byte-stable: same input → same output.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 flipH="1">
            <a:off x="2529840" y="2743200"/>
            <a:ext cx="2621280" cy="137160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010400" y="2743200"/>
            <a:ext cx="2651760" cy="137160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Format · v0.1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omfortaa" pitchFamily="2" charset="0"/>
                <a:ea typeface="Georgia" pitchFamily="34" charset="-122"/>
                <a:cs typeface="Georgia" pitchFamily="34" charset="-120"/>
              </a:rPr>
              <a:t>Tooling: one CLI, fixed surface</a:t>
            </a:r>
            <a:endParaRPr lang="en-US" sz="3000" dirty="0">
              <a:latin typeface="Comfortaa Medium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binary, runs as pre-commit hook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new &lt;type&gt; &lt;slug&gt;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from per-type template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lint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566160" y="2240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validate; nonzero on errors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render &lt;id&gt;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0" y="2743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render bundle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246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graph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3246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of refinement / categorization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749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coverage &lt;id&gt;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3749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clause-by-clause coverage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children &lt;id&gt;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2688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refining children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2240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ancestors &lt;id&gt;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326880" y="2240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refined-by parents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history --update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26880" y="2743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.specs/_history/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3246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migrate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26880" y="3246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_redirects.toml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3749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4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orphans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26880" y="3749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specs, no children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572000"/>
            <a:ext cx="11064240" cy="1737360"/>
          </a:xfrm>
          <a:prstGeom prst="rect">
            <a:avLst/>
          </a:prstGeom>
          <a:solidFill>
            <a:srgbClr val="F4F4F4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7240" y="47091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omfortaa" pitchFamily="2" charset="0"/>
                <a:ea typeface="Georgia" pitchFamily="34" charset="-122"/>
                <a:cs typeface="Georgia" pitchFamily="34" charset="-120"/>
              </a:rPr>
              <a:t>Linter findings have stable codes</a:t>
            </a:r>
            <a:endParaRPr lang="en-US" sz="1400" dirty="0">
              <a:latin typeface="Comfortaa Medium" pitchFamily="2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77240" y="507492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R005 dangling reference  ·  R007 refinement cycle  ·  R009 level-monotonicity violation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R010 unrefined clause  ·  R011 missing summary  ·  R012 multi-parent without aspects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status downgrades schema errors to warnings (escape hatch for scratch specs)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Format · v0.1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omfortaa" pitchFamily="2" charset="0"/>
                <a:ea typeface="Georgia" pitchFamily="34" charset="-122"/>
                <a:cs typeface="Georgia" pitchFamily="34" charset="-120"/>
              </a:rPr>
              <a:t>Why not just plain Markdown?</a:t>
            </a:r>
            <a:endParaRPr lang="en-US" sz="3000" dirty="0">
              <a:latin typeface="Comfortaa Medium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ergonomics; the structure pays for itself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Concern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Plain Markdown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Specs Format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1106424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identity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1920" y="2148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headings, fragile slugs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863840" y="2148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IDs + redirects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560320"/>
            <a:ext cx="11064240" cy="41148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2560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31920" y="25603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break silently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63840" y="25603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validated, fail commit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1106424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2971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31920" y="29718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only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63840" y="29718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per-type frontmatter, linted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383280"/>
            <a:ext cx="11064240" cy="41148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Clause-level refinement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31920" y="3383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expressible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863840" y="3383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 + DAG checks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794760"/>
            <a:ext cx="1106424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1520" y="3794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↔ commit linkage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931920" y="3794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manual; lost over time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63840" y="3794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RFC-822 trailers + history files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206240"/>
            <a:ext cx="11064240" cy="41148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1520" y="4206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input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931920" y="4206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repo or hand-curated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863840" y="4206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byte-stable structured bundle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617720"/>
            <a:ext cx="1106424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31520" y="4617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&amp; review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931920" y="4617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863840" y="4617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(still Markdown)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029200"/>
            <a:ext cx="11064240" cy="411480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31520" y="5029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cost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931920" y="50292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863840" y="50292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static binary, pre-commit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5440680"/>
            <a:ext cx="110642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1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format is still Markdown. Tools can ignore the extras; the linter rewards using them.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Format · v0.1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omfortaa" pitchFamily="2" charset="0"/>
                <a:ea typeface="Georgia" pitchFamily="34" charset="-122"/>
                <a:cs typeface="Georgia" pitchFamily="34" charset="-120"/>
              </a:rPr>
              <a:t>Why not YAML / JSON Schema only?</a:t>
            </a:r>
            <a:endParaRPr lang="en-US" sz="3000" dirty="0">
              <a:latin typeface="Comfortaa Medium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Frontmatter handles structure; prose handles intent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65760" cy="3657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88720" y="16916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omfortaa" pitchFamily="2" charset="0"/>
                <a:ea typeface="Georgia" pitchFamily="34" charset="-122"/>
                <a:cs typeface="Georgia" pitchFamily="34" charset="-120"/>
              </a:rPr>
              <a:t>Specs are mostly intent</a:t>
            </a:r>
            <a:endParaRPr lang="en-US" sz="1600" dirty="0">
              <a:latin typeface="Comfortaa Medium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88720" y="21488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this property means” is prose. Forcing it into key-value pairs either flattens nuance or recreates Markdown inside YAML strings. Either way, it's worse.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365760" cy="3657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88720" y="28346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omfortaa" pitchFamily="2" charset="0"/>
                <a:ea typeface="Georgia" pitchFamily="34" charset="-122"/>
                <a:cs typeface="Georgia" pitchFamily="34" charset="-120"/>
              </a:rPr>
              <a:t>Reviewability</a:t>
            </a:r>
            <a:endParaRPr lang="en-US" sz="1600" dirty="0">
              <a:latin typeface="Comfortaa Medium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88720" y="32918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Pure-YAML diffs are readable for small changes, illegible for content rewrites. Markdown-with-frontmatter keeps intent diffs in line-oriented prose where review tools work.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069080"/>
            <a:ext cx="365760" cy="3657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88720" y="39776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omfortaa" pitchFamily="2" charset="0"/>
                <a:ea typeface="Georgia" pitchFamily="34" charset="-122"/>
                <a:cs typeface="Georgia" pitchFamily="34" charset="-120"/>
              </a:rPr>
              <a:t>Editor support</a:t>
            </a:r>
            <a:endParaRPr lang="en-US" sz="1600" dirty="0">
              <a:latin typeface="Comfortaa Medium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88720" y="44348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editor handles Markdown well. Few handle a custom YAML schema well without a language server. We ship neither and inherit Markdown's tooling for free.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212080"/>
            <a:ext cx="365760" cy="3657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88720" y="51206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omfortaa" pitchFamily="2" charset="0"/>
                <a:ea typeface="Georgia" pitchFamily="34" charset="-122"/>
                <a:cs typeface="Georgia" pitchFamily="34" charset="-120"/>
              </a:rPr>
              <a:t>Hybrid wins</a:t>
            </a:r>
            <a:endParaRPr lang="en-US" sz="1600" dirty="0">
              <a:latin typeface="Comfortaa Medium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88720" y="55778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Frontmatter for typed metadata (validated). Body for intent (linted softly). Typed blocks for structure inside the body. Each layer earns its complexity.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Format · v0.1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320040" cy="3200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omfortaa" pitchFamily="2" charset="0"/>
                <a:ea typeface="Georgia" pitchFamily="34" charset="-122"/>
                <a:cs typeface="Georgia" pitchFamily="34" charset="-120"/>
              </a:rPr>
              <a:t>Adoption path</a:t>
            </a:r>
            <a:endParaRPr lang="en-US" sz="3600" dirty="0">
              <a:latin typeface="Comfortaa Medium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small. Add structure where it earns its keep.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25146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25694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mfortaa" pitchFamily="2" charset="0"/>
                <a:ea typeface="Georgia" pitchFamily="34" charset="-122"/>
                <a:cs typeface="Georgia" pitchFamily="34" charset="-120"/>
              </a:rPr>
              <a:t>Pick one feature</a:t>
            </a:r>
            <a:endParaRPr lang="en-US" sz="1600" dirty="0">
              <a:latin typeface="Comfortaa Medium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212080" y="2514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its existing notes to .spec.md. No tooling required to start.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322783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3227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32826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mfortaa" pitchFamily="2" charset="0"/>
                <a:ea typeface="Georgia" pitchFamily="34" charset="-122"/>
                <a:cs typeface="Georgia" pitchFamily="34" charset="-120"/>
              </a:rPr>
              <a:t>Add the linter</a:t>
            </a:r>
            <a:endParaRPr lang="en-US" sz="1600" dirty="0">
              <a:latin typeface="Comfortaa Medium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212080" y="322783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`spec lint` into pre-commit. Errors stay manageable when the corpus is small.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394106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941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3995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mfortaa" pitchFamily="2" charset="0"/>
                <a:ea typeface="Georgia" pitchFamily="34" charset="-122"/>
                <a:cs typeface="Georgia" pitchFamily="34" charset="-120"/>
              </a:rPr>
              <a:t>Trailer commits</a:t>
            </a:r>
            <a:endParaRPr lang="en-US" sz="1600" dirty="0">
              <a:latin typeface="Comfortaa Medium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212080" y="3941064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adding Spec-Ref to commit messages. History fills in over time.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465429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4654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4709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mfortaa" pitchFamily="2" charset="0"/>
                <a:ea typeface="Georgia" pitchFamily="34" charset="-122"/>
                <a:cs typeface="Georgia" pitchFamily="34" charset="-120"/>
              </a:rPr>
              <a:t>Render to agent</a:t>
            </a:r>
            <a:endParaRPr lang="en-US" sz="1600" dirty="0">
              <a:latin typeface="Comfortaa Medium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212080" y="4654296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the agent bundle as context for coding tasks on that feature.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536752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5367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7320" y="5422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mfortaa" pitchFamily="2" charset="0"/>
                <a:ea typeface="Georgia" pitchFamily="34" charset="-122"/>
                <a:cs typeface="Georgia" pitchFamily="34" charset="-120"/>
              </a:rPr>
              <a:t>Expand by demand</a:t>
            </a:r>
            <a:endParaRPr lang="en-US" sz="1600" dirty="0">
              <a:latin typeface="Comfortaa Medium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212080" y="536752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 start with a spec. Old features get specs when someone touches them.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pick the first feature and write the spec together.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1432</Words>
  <Application>Microsoft Macintosh PowerPoint</Application>
  <PresentationFormat>Widescreen</PresentationFormat>
  <Paragraphs>248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Comfortaa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Specs Format</dc:title>
  <dc:subject>PptxGenJS Presentation</dc:subject>
  <dc:creator>Carlo</dc:creator>
  <cp:lastModifiedBy>Carlo Venditti</cp:lastModifiedBy>
  <cp:revision>5</cp:revision>
  <dcterms:created xsi:type="dcterms:W3CDTF">2026-05-07T12:44:43Z</dcterms:created>
  <dcterms:modified xsi:type="dcterms:W3CDTF">2026-05-07T13:34:36Z</dcterms:modified>
</cp:coreProperties>
</file>