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32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16570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377440"/>
            <a:ext cx="320040" cy="32004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Specs as Code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640080" y="37490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 specification format for humans and coding agents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Carlo  ·  v0.1 draft  ·  internal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failure modes when specs and agents meet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86400" cy="4206240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73152" cy="4206240"/>
          </a:xfrm>
          <a:prstGeom prst="rect">
            <a:avLst/>
          </a:prstGeom>
          <a:solidFill>
            <a:srgbClr val="B850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Plain Markdown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377440"/>
            <a:ext cx="4937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Readable, but unstructured.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stable IDs — refs break on rename.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schema — frontmatter drifts across files.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type system — requirement vs. note vs. ADR is convention.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graph — “which commits touch this?” is unanswerable.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input is either the whole repo or hand-curated snippets.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1737360"/>
            <a:ext cx="5486400" cy="4206240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309360" y="1737360"/>
            <a:ext cx="73152" cy="4206240"/>
          </a:xfrm>
          <a:prstGeom prst="rect">
            <a:avLst/>
          </a:prstGeom>
          <a:solidFill>
            <a:srgbClr val="B850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583680" y="1920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Pure structured (DOORS / ReqIF / YAML-only)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83680" y="2377440"/>
            <a:ext cx="4937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Precise, but illegible.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Hostile to git diffs and review.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Painful to author by hand; needs a GUI.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Locks you into a vendor or a heavyweight stack.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cost: nobody reads it for fun.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input still needs flattening.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080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14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keep Markdown ergonomics, add the structure that pays for itself.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 Format · v0.1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want from the format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properties, all required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554480" y="1737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Precise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54480" y="2103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Schema-validated; agents can rely on shape, not vibes.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60604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554480" y="2606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Readable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29718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form is Markdown. Reviewable in a PR like any other text.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4747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54480" y="3474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Linked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54480" y="3840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Cross-references between specs and to source code, validated.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34340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" y="4343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554480" y="4343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Versionable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554480" y="4709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Git-native. Specs and commits cite each other, both directions.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521208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0080" y="5212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554480" y="5212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Translatable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554480" y="5577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source, two render targets: human Markdown and agent envelope.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 Format · v0.1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Anatomy of a spec file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with frontmatter and typed blocks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949440" cy="457200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6492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id: REQ:auth/session-expiry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type: requirement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status: accepted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level: MUST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summary: Sessions expire after bounded intervals.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refines: [REQ:auth/session-management#c-lifetime]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owners: [carlo]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Session expiry policy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See [storage decision](spec:ADR:auth/0004-session-storage).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:::{requirement id="timeout" level="MUST"}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session token MUST be invalidated when: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1. wall-clock age ≥ 30 days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2. idle interval ≥ 14 days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3. credentials have rotated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:::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0" y="1828800"/>
            <a:ext cx="54864" cy="96012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936992" y="18288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Frontmatter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936992" y="21488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Schema-validated. ID is the stable identity for cross-refs.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0" y="3108960"/>
            <a:ext cx="54864" cy="96012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936992" y="31089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936992" y="34290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spec: URL scheme. Survives any Markdown renderer.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0" y="4389120"/>
            <a:ext cx="54864" cy="96012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936992" y="43891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Typed blocks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936992" y="47091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MyST-style fenced div. Semantic unit, not just formatting.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0" y="5669280"/>
            <a:ext cx="54864" cy="96012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936992" y="5669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Clauses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936992" y="59893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Numbered items inside a typed block become anchorable sub-properties.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 Format · v0.1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Hierarchy: clause-level refinement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you can actually check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206240" y="1645920"/>
            <a:ext cx="3749040" cy="1554480"/>
          </a:xfrm>
          <a:prstGeom prst="rect">
            <a:avLst/>
          </a:prstGeom>
          <a:solidFill>
            <a:srgbClr val="F4F4F4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389120" y="1783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1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REQ:auth/session-management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389120" y="214884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#c-lifetime  bounded lifetime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#c-idle      idle expiration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#c-rotation  rotate on cred change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4206240"/>
            <a:ext cx="29260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40080" y="4206240"/>
            <a:ext cx="54864" cy="137160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22960" y="43434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REQ:auth/session-expiry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47091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1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#c-lifetime, #c-idle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50749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level: MUST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17720" y="4206240"/>
            <a:ext cx="29260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617720" y="4206240"/>
            <a:ext cx="54864" cy="137160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00600" y="43434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REQ:auth/credential-rotation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00600" y="47091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1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#c-rotation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00600" y="50749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level: MUST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595360" y="4206240"/>
            <a:ext cx="29260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595360" y="4206240"/>
            <a:ext cx="54864" cy="1371600"/>
          </a:xfrm>
          <a:prstGeom prst="rect">
            <a:avLst/>
          </a:prstGeom>
          <a:solidFill>
            <a:srgbClr val="6B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778240" y="43434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REQ:auth/idle-warning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778240" y="47091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1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#c-idle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778240" y="50749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level: SHOULD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080760" y="3200400"/>
            <a:ext cx="0" cy="1005840"/>
          </a:xfrm>
          <a:prstGeom prst="line">
            <a:avLst/>
          </a:prstGeom>
          <a:noFill/>
          <a:ln w="12700">
            <a:solidFill>
              <a:srgbClr val="6B6B6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080760" y="3200400"/>
            <a:ext cx="0" cy="1005840"/>
          </a:xfrm>
          <a:prstGeom prst="line">
            <a:avLst/>
          </a:prstGeom>
          <a:noFill/>
          <a:ln w="12700">
            <a:solidFill>
              <a:srgbClr val="6B6B6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080760" y="3200400"/>
            <a:ext cx="3977640" cy="1005840"/>
          </a:xfrm>
          <a:prstGeom prst="line">
            <a:avLst/>
          </a:prstGeom>
          <a:noFill/>
          <a:ln w="12700">
            <a:solidFill>
              <a:srgbClr val="6B6B6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48640" y="58521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check: every parent clause has ≥ 1 refining child. Level-monotonicity: a MUST clause cannot be refined only by SHOULD/MAY.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 Format · v0.1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900" dirty="0"/>
          </a:p>
        </p:txBody>
      </p:sp>
      <p:sp>
        <p:nvSpPr>
          <p:cNvPr id="28" name="Shape 21">
            <a:extLst>
              <a:ext uri="{FF2B5EF4-FFF2-40B4-BE49-F238E27FC236}">
                <a16:creationId xmlns:a16="http://schemas.microsoft.com/office/drawing/2014/main" id="{653F2B55-974D-417C-359C-911F7F159B60}"/>
              </a:ext>
            </a:extLst>
          </p:cNvPr>
          <p:cNvSpPr/>
          <p:nvPr/>
        </p:nvSpPr>
        <p:spPr>
          <a:xfrm flipH="1">
            <a:off x="2103118" y="3200400"/>
            <a:ext cx="3977615" cy="1005840"/>
          </a:xfrm>
          <a:prstGeom prst="line">
            <a:avLst/>
          </a:prstGeom>
          <a:noFill/>
          <a:ln w="12700">
            <a:solidFill>
              <a:srgbClr val="6B6B6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Cross-references, validated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Plain-Markdown links with a custom URL scheme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173736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[the session policy](spec:REQ:auth/session-expiry)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[clause: lifetime cap](spec:REQ:auth/session-management#c-lifetime)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[idempotency key](spec:GLO:terms/idempotency-key)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[session.ts:42-78](spec:src:packages/auth/session.ts:42-78)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3657600"/>
            <a:ext cx="3611880" cy="2194560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3657600"/>
            <a:ext cx="3611880" cy="73152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388620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Stable IDs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4389120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Renames go through _redirects.toml. Refs never break silently.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3657600"/>
            <a:ext cx="3611880" cy="2194560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343400" y="3657600"/>
            <a:ext cx="3611880" cy="73152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0" y="388620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Typed targets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72000" y="4389120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spec:, GLO:, ADR:, src:. The linter knows which kind of thing each link points at.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3657600"/>
            <a:ext cx="3611880" cy="2194560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138160" y="3657600"/>
            <a:ext cx="3611880" cy="73152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366760" y="388620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Linted on commit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366760" y="4389120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Pre-commit runs `spec lint`. Dangling, deprecated, or cyclic refs fail the commit.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 Format · v0.1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Git integration: bidirectional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 cite specs, specs index commits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577840" cy="429768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message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2194560"/>
            <a:ext cx="5120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Implement session lifetime cap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 session age at 30d wall-clock; tests in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auth/session.test.ts.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Spec-Ref: REQ:auth/session-management#c-lifetime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(implements)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Spec-Ref: INV:auth/no-stale-tokens (touches)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55080" y="1691640"/>
            <a:ext cx="5257800" cy="4297680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583680" y="1828800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.specs/_history/REQ_auth_session-management.json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83680" y="2194560"/>
            <a:ext cx="4800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"id": "REQ:auth/session-management",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"events": [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{"sha": "7c3a9f1", "kind": "refines",   ...},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{"sha": "a1d2e3b", "kind": "implements",...},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{"sha": "f0e9c8d", "kind": "tests",     ...}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Trailers parsed by `git interpret-trailers`. History regenerated by pre-commit hook and committed.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 Format · v0.1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Transmutation: one source, two targets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preprocessing — no LLM in the render loop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937760" y="1828800"/>
            <a:ext cx="2286000" cy="914400"/>
          </a:xfrm>
          <a:prstGeom prst="rect">
            <a:avLst/>
          </a:prstGeom>
          <a:solidFill>
            <a:srgbClr val="F4F4F4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937760" y="1920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.spec.md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937760" y="23317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source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4114800"/>
            <a:ext cx="41148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4251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1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--target=human  (default)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66344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Markdown.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Refs resolved to relative links.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 terms hyperlinked on first use.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onward via Pandoc / Typst.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406640" y="4114800"/>
            <a:ext cx="41148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635240" y="4251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1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--target=agent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635240" y="466344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envelope (XML-ish tags).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Ancestors inlined, descendants summarized.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references inlined at pinned SHA.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Byte-stable: same input → same output.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 flipH="1">
            <a:off x="2529840" y="2743200"/>
            <a:ext cx="2621280" cy="1371600"/>
          </a:xfrm>
          <a:prstGeom prst="line">
            <a:avLst/>
          </a:prstGeom>
          <a:noFill/>
          <a:ln w="19050">
            <a:solidFill>
              <a:srgbClr val="6B6B6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010400" y="2743200"/>
            <a:ext cx="2651760" cy="1371600"/>
          </a:xfrm>
          <a:prstGeom prst="line">
            <a:avLst/>
          </a:prstGeom>
          <a:noFill/>
          <a:ln w="19050">
            <a:solidFill>
              <a:srgbClr val="6B6B6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 Format · v0.1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Tooling: one CLI, fixed surface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binary, runs as pre-commit hook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1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 new &lt;type&gt; &lt;slug&gt;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566160" y="17373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 from per-type template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1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 lint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566160" y="2240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validate; nonzero on errors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1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 render &lt;id&gt;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2743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render bundle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2461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1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 graph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66160" y="32461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 of refinement / categorization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37490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1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 coverage &lt;id&gt;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66160" y="37490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clause-by-clause coverage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1737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1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 children &lt;id&gt;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326880" y="17373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refining children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1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 ancestors &lt;id&gt;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326880" y="2240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refined-by parents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09360" y="27432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1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 history --update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326880" y="2743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.specs/_history/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309360" y="32461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1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 migrate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326880" y="32461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_redirects.toml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309360" y="37490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1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 orphans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326880" y="37490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 specs, no children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572000"/>
            <a:ext cx="11064240" cy="1737360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77240" y="4709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Linter findings have stable codes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77240" y="507492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R005 dangling reference  ·  R007 refinement cycle  ·  R009 level-monotonicity violation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R010 unrefined clause  ·  R011 missing summary  ·  R012 multi-parent without aspects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status downgrades schema errors to warnings (escape hatch for scratch specs)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 Format · v0.1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not just plain Markdown?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ergonomics; the structure pays for itself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Concern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931920" y="16916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Plain Markdown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863840" y="16916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Specs Format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1106424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21488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identity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31920" y="21488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headings, fragile slugs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863840" y="21488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14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IDs + redirects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11064240" cy="411480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31520" y="25603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Cross-references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931920" y="25603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break silently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863840" y="25603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14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validated, fail commit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2971800"/>
            <a:ext cx="1106424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31520" y="29718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31920" y="29718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 only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863840" y="29718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14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per-type frontmatter, linted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383280"/>
            <a:ext cx="11064240" cy="411480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31520" y="3383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Clause-level refinement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931920" y="338328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expressible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863840" y="338328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14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anchors + DAG checks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3794760"/>
            <a:ext cx="1106424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31520" y="37947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↔ commit linkage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931920" y="37947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manual; lost over time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863840" y="37947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14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RFC-822 trailers + history files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4206240"/>
            <a:ext cx="11064240" cy="411480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31520" y="42062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input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931920" y="42062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repo or hand-curated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863840" y="42062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14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byte-stable structured bundle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48640" y="4617720"/>
            <a:ext cx="1106424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31520" y="46177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 &amp; review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931920" y="46177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863840" y="46177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14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(still Markdown)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5029200"/>
            <a:ext cx="11064240" cy="411480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731520" y="5029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Tooling cost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931920" y="50292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863840" y="50292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14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static binary, pre-commit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48640" y="5440680"/>
            <a:ext cx="110642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014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format is still Markdown. Tools can ignore the extras; the linter rewards using them.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 Format · v0.1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not YAML / JSON Schema only?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Frontmatter handles structure; prose handles intent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65760" cy="3657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188720" y="16916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Specs are mostly intent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21488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this property means” is prose. Forcing it into key-value pairs either flattens nuance or recreates Markdown inside YAML strings. Either way, it's worse.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65760" cy="3657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188720" y="28346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Reviewability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88720" y="32918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Pure-YAML diffs are readable for small changes, illegible for content rewrites. Markdown-with-frontmatter keeps intent diffs in line-oriented prose where review tools work.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4069080"/>
            <a:ext cx="365760" cy="3657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88720" y="39776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Editor support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88720" y="44348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editor handles Markdown well. Few handle a custom YAML schema well without a language server. We ship neither and inherit Markdown's tooling for free.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5212080"/>
            <a:ext cx="365760" cy="3657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188720" y="51206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Hybrid wins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88720" y="55778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Frontmatter for typed metadata (validated). Body for intent (linted softly). Typed blocks for structure inside the body. Each layer earns its complexity.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 Format · v0.1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320040" cy="32004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Adoption path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small. Add structure where it earns its keep.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77240" y="251460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468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one feature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51460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its existing notes to .spec.md. No tooling required to start.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227832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77240" y="32278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1821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linter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212080" y="3227832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`spec lint` into pre-commit. Errors stay manageable when the corpus is small.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77240" y="3941064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7240" y="39410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389534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Trailer commits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3941064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adding Spec-Ref to commit messages. History fills in over time.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7240" y="4654296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77240" y="46542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508760" y="460857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Render to agent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212080" y="4654296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 the agent bundle as context for coding tasks on that feature.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77240" y="5367528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77240" y="5367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508760" y="53218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Expand by demand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212080" y="5367528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features start with a spec. Old features get specs when someone touches them.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6263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pick the first feature and write the spec together.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1434</Words>
  <Application>Microsoft Macintosh PowerPoint</Application>
  <PresentationFormat>Widescreen</PresentationFormat>
  <Paragraphs>248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Specs Format</dc:title>
  <dc:subject>PptxGenJS Presentation</dc:subject>
  <dc:creator>Carlo</dc:creator>
  <cp:lastModifiedBy>Carlo Venditti</cp:lastModifiedBy>
  <cp:revision>3</cp:revision>
  <dcterms:created xsi:type="dcterms:W3CDTF">2026-05-07T12:44:43Z</dcterms:created>
  <dcterms:modified xsi:type="dcterms:W3CDTF">2026-05-07T13:19:48Z</dcterms:modified>
</cp:coreProperties>
</file>